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rebuchet MS" charset="1" panose="020B0603020202020204"/>
      <p:regular r:id="rId22"/>
    </p:embeddedFont>
    <p:embeddedFont>
      <p:font typeface="Trebuchet MS Bold" charset="1" panose="020B0703020202020204"/>
      <p:regular r:id="rId23"/>
    </p:embeddedFont>
    <p:embeddedFont>
      <p:font typeface="Roboto Italics" charset="1" panose="02000000000000000000"/>
      <p:regular r:id="rId25"/>
    </p:embeddedFont>
    <p:embeddedFont>
      <p:font typeface="Roboto" charset="1" panose="02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0464" y="2074213"/>
            <a:ext cx="1844349" cy="1589956"/>
            <a:chOff x="0" y="0"/>
            <a:chExt cx="2459132" cy="211994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59101" cy="2119884"/>
            </a:xfrm>
            <a:custGeom>
              <a:avLst/>
              <a:gdLst/>
              <a:ahLst/>
              <a:cxnLst/>
              <a:rect r="r" b="b" t="t" l="l"/>
              <a:pathLst>
                <a:path h="2119884" w="2459101">
                  <a:moveTo>
                    <a:pt x="0" y="1059942"/>
                  </a:moveTo>
                  <a:lnTo>
                    <a:pt x="529971" y="0"/>
                  </a:lnTo>
                  <a:lnTo>
                    <a:pt x="1929130" y="0"/>
                  </a:lnTo>
                  <a:lnTo>
                    <a:pt x="2459101" y="1059942"/>
                  </a:lnTo>
                  <a:lnTo>
                    <a:pt x="1929130" y="2119884"/>
                  </a:lnTo>
                  <a:lnTo>
                    <a:pt x="529971" y="2119884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632546" y="1791930"/>
            <a:ext cx="2499243" cy="2154520"/>
            <a:chOff x="0" y="0"/>
            <a:chExt cx="3332324" cy="28726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32353" cy="2872740"/>
            </a:xfrm>
            <a:custGeom>
              <a:avLst/>
              <a:gdLst/>
              <a:ahLst/>
              <a:cxnLst/>
              <a:rect r="r" b="b" t="t" l="l"/>
              <a:pathLst>
                <a:path h="2872740" w="3332353">
                  <a:moveTo>
                    <a:pt x="0" y="1436370"/>
                  </a:moveTo>
                  <a:lnTo>
                    <a:pt x="718185" y="0"/>
                  </a:lnTo>
                  <a:lnTo>
                    <a:pt x="2614168" y="0"/>
                  </a:lnTo>
                  <a:lnTo>
                    <a:pt x="3332353" y="1436370"/>
                  </a:lnTo>
                  <a:lnTo>
                    <a:pt x="2614168" y="2872740"/>
                  </a:lnTo>
                  <a:lnTo>
                    <a:pt x="718185" y="2872740"/>
                  </a:lnTo>
                  <a:close/>
                </a:path>
              </a:pathLst>
            </a:custGeom>
            <a:solidFill>
              <a:srgbClr val="42D0A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707491" y="7849774"/>
            <a:ext cx="1077391" cy="928786"/>
            <a:chOff x="0" y="0"/>
            <a:chExt cx="1436522" cy="123838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364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436497">
                  <a:moveTo>
                    <a:pt x="0" y="619252"/>
                  </a:moveTo>
                  <a:lnTo>
                    <a:pt x="309626" y="0"/>
                  </a:lnTo>
                  <a:lnTo>
                    <a:pt x="1126871" y="0"/>
                  </a:lnTo>
                  <a:lnTo>
                    <a:pt x="1436497" y="619252"/>
                  </a:lnTo>
                  <a:lnTo>
                    <a:pt x="1126871" y="1238377"/>
                  </a:lnTo>
                  <a:lnTo>
                    <a:pt x="309626" y="1238377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56757" y="1651959"/>
            <a:ext cx="977420" cy="842604"/>
            <a:chOff x="0" y="0"/>
            <a:chExt cx="1303226" cy="11234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3274" cy="1123442"/>
            </a:xfrm>
            <a:custGeom>
              <a:avLst/>
              <a:gdLst/>
              <a:ahLst/>
              <a:cxnLst/>
              <a:rect r="r" b="b" t="t" l="l"/>
              <a:pathLst>
                <a:path h="1123442" w="1303274">
                  <a:moveTo>
                    <a:pt x="0" y="561721"/>
                  </a:moveTo>
                  <a:lnTo>
                    <a:pt x="280924" y="0"/>
                  </a:lnTo>
                  <a:lnTo>
                    <a:pt x="1022350" y="0"/>
                  </a:lnTo>
                  <a:lnTo>
                    <a:pt x="1303274" y="561721"/>
                  </a:lnTo>
                  <a:lnTo>
                    <a:pt x="1022350" y="1123442"/>
                  </a:lnTo>
                  <a:lnTo>
                    <a:pt x="280924" y="1123442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939838" y="6249175"/>
            <a:ext cx="653835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Pusalapati Devesh Reddy</a:t>
            </a:r>
          </a:p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INTERNSHIP_17546440516895be537820f </a:t>
            </a:r>
          </a:p>
          <a:p>
            <a:pPr algn="r">
              <a:lnSpc>
                <a:spcPts val="360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9560732" y="3112005"/>
            <a:ext cx="7315230" cy="103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-</a:t>
            </a:r>
          </a:p>
        </p:txBody>
      </p: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624" cy="479623"/>
            <a:chOff x="0" y="0"/>
            <a:chExt cx="639498" cy="6394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69965" cy="269966"/>
            <a:chOff x="0" y="0"/>
            <a:chExt cx="359954" cy="359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661145" y="2801884"/>
            <a:ext cx="9464070" cy="537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Content Trends Analysis for Strategic Recommendations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Netflix faces competition from Amazon Prime, Disney+, and regional OTT providers. The aim is to analyze content distribution (Movies vs. TV Shows, genres, country contributions) to identify key trends and strategic insights.</a:t>
            </a:r>
          </a:p>
          <a:p>
            <a:pPr algn="l" marL="733425" indent="-366712" lvl="1">
              <a:lnSpc>
                <a:spcPts val="54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223328" y="861801"/>
            <a:ext cx="10310556" cy="110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b="true" sz="648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PROBLEM  STATEMENT</a:t>
            </a:r>
          </a:p>
        </p:txBody>
      </p: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11993526" y="4396251"/>
            <a:ext cx="4141137" cy="4896614"/>
            <a:chOff x="0" y="0"/>
            <a:chExt cx="5521516" cy="652881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21579" cy="6528816"/>
            </a:xfrm>
            <a:custGeom>
              <a:avLst/>
              <a:gdLst/>
              <a:ahLst/>
              <a:cxnLst/>
              <a:rect r="r" b="b" t="t" l="l"/>
              <a:pathLst>
                <a:path h="6528816" w="5521579">
                  <a:moveTo>
                    <a:pt x="0" y="0"/>
                  </a:moveTo>
                  <a:lnTo>
                    <a:pt x="5521579" y="0"/>
                  </a:lnTo>
                  <a:lnTo>
                    <a:pt x="5521579" y="6528816"/>
                  </a:lnTo>
                  <a:lnTo>
                    <a:pt x="0" y="652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13"/>
              </a:stretch>
            </a:blip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18486" r="-135857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624" cy="479623"/>
            <a:chOff x="0" y="0"/>
            <a:chExt cx="639498" cy="6394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69965" cy="269966"/>
            <a:chOff x="0" y="0"/>
            <a:chExt cx="359954" cy="359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82024" y="1243995"/>
            <a:ext cx="9231314" cy="116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b="true" sz="648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 Description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Dataset: 7,789 records, 11 columns (including title, director, cast, country, release date, rating, duration, genres)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Years covered: 2008-2021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Objectives: Analyze Movies vs. TV Shows distribution, identify popular genres, compare country contributions</a:t>
            </a:r>
          </a:p>
          <a:p>
            <a:pPr algn="l" marL="1584198" indent="-792099" lvl="1">
              <a:lnSpc>
                <a:spcPts val="7776"/>
              </a:lnSpc>
            </a:pPr>
          </a:p>
        </p:txBody>
      </p:sp>
      <p:grpSp>
        <p:nvGrpSpPr>
          <p:cNvPr name="Group 36" id="36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701038" y="9615692"/>
            <a:ext cx="5559380" cy="444138"/>
            <a:chOff x="0" y="0"/>
            <a:chExt cx="7412506" cy="5921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624" cy="479623"/>
            <a:chOff x="0" y="0"/>
            <a:chExt cx="639498" cy="6394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69965" cy="269966"/>
            <a:chOff x="0" y="0"/>
            <a:chExt cx="359954" cy="359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73464" y="2975590"/>
            <a:ext cx="11673871" cy="595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Netflix content strategists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analysts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managers</a:t>
            </a:r>
          </a:p>
          <a:p>
            <a:pPr algn="just" marL="733425" indent="-366712" lvl="1">
              <a:lnSpc>
                <a:spcPts val="54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021437" y="1351100"/>
            <a:ext cx="14886255" cy="112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WHO ARE THE END USERS?</a:t>
            </a:r>
          </a:p>
        </p:txBody>
      </p: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1082038" y="9265206"/>
            <a:ext cx="3271838" cy="728662"/>
            <a:chOff x="0" y="0"/>
            <a:chExt cx="4362450" cy="971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62450" cy="971550"/>
            </a:xfrm>
            <a:custGeom>
              <a:avLst/>
              <a:gdLst/>
              <a:ahLst/>
              <a:cxnLst/>
              <a:rect r="r" b="b" t="t" l="l"/>
              <a:pathLst>
                <a:path h="9715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44238" y="664894"/>
            <a:ext cx="542925" cy="542925"/>
            <a:chOff x="0" y="0"/>
            <a:chExt cx="723900" cy="7239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361950"/>
                  </a:moveTo>
                  <a:cubicBezTo>
                    <a:pt x="0" y="162052"/>
                    <a:pt x="162052" y="0"/>
                    <a:pt x="361950" y="0"/>
                  </a:cubicBezTo>
                  <a:cubicBezTo>
                    <a:pt x="561848" y="0"/>
                    <a:pt x="723900" y="162052"/>
                    <a:pt x="723900" y="361950"/>
                  </a:cubicBezTo>
                  <a:cubicBezTo>
                    <a:pt x="723900" y="561848"/>
                    <a:pt x="561848" y="723900"/>
                    <a:pt x="361950" y="723900"/>
                  </a:cubicBezTo>
                  <a:cubicBezTo>
                    <a:pt x="162052" y="723900"/>
                    <a:pt x="0" y="561848"/>
                    <a:pt x="0" y="36195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510869" y="8408991"/>
            <a:ext cx="981340" cy="981340"/>
            <a:chOff x="0" y="0"/>
            <a:chExt cx="1308454" cy="13084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8354" cy="1308354"/>
            </a:xfrm>
            <a:custGeom>
              <a:avLst/>
              <a:gdLst/>
              <a:ahLst/>
              <a:cxnLst/>
              <a:rect r="r" b="b" t="t" l="l"/>
              <a:pathLst>
                <a:path h="1308354" w="1308354">
                  <a:moveTo>
                    <a:pt x="0" y="654177"/>
                  </a:moveTo>
                  <a:cubicBezTo>
                    <a:pt x="0" y="292862"/>
                    <a:pt x="292862" y="0"/>
                    <a:pt x="654177" y="0"/>
                  </a:cubicBezTo>
                  <a:cubicBezTo>
                    <a:pt x="1015492" y="0"/>
                    <a:pt x="1308354" y="292862"/>
                    <a:pt x="1308354" y="654177"/>
                  </a:cubicBezTo>
                  <a:cubicBezTo>
                    <a:pt x="1308354" y="1015492"/>
                    <a:pt x="1015492" y="1308354"/>
                    <a:pt x="654177" y="1308354"/>
                  </a:cubicBezTo>
                  <a:cubicBezTo>
                    <a:pt x="292862" y="1308354"/>
                    <a:pt x="0" y="1015492"/>
                    <a:pt x="0" y="654177"/>
                  </a:cubicBez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025686" y="9198658"/>
            <a:ext cx="376728" cy="376728"/>
            <a:chOff x="0" y="0"/>
            <a:chExt cx="502304" cy="5023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2285" cy="502285"/>
            </a:xfrm>
            <a:custGeom>
              <a:avLst/>
              <a:gdLst/>
              <a:ahLst/>
              <a:cxnLst/>
              <a:rect r="r" b="b" t="t" l="l"/>
              <a:pathLst>
                <a:path h="502285" w="502285">
                  <a:moveTo>
                    <a:pt x="0" y="251206"/>
                  </a:moveTo>
                  <a:cubicBezTo>
                    <a:pt x="0" y="112395"/>
                    <a:pt x="112395" y="0"/>
                    <a:pt x="251206" y="0"/>
                  </a:cubicBezTo>
                  <a:cubicBezTo>
                    <a:pt x="390017" y="0"/>
                    <a:pt x="502285" y="112395"/>
                    <a:pt x="502285" y="251206"/>
                  </a:cubicBezTo>
                  <a:cubicBezTo>
                    <a:pt x="502285" y="390017"/>
                    <a:pt x="389890" y="502285"/>
                    <a:pt x="251206" y="502285"/>
                  </a:cubicBezTo>
                  <a:cubicBezTo>
                    <a:pt x="112522" y="502285"/>
                    <a:pt x="0" y="389890"/>
                    <a:pt x="0" y="251206"/>
                  </a:cubicBez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701038" y="9615692"/>
            <a:ext cx="5559380" cy="444138"/>
            <a:chOff x="0" y="0"/>
            <a:chExt cx="7412506" cy="592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76200" y="5730240"/>
            <a:ext cx="2590800" cy="4515036"/>
            <a:chOff x="0" y="0"/>
            <a:chExt cx="3454400" cy="6020048"/>
          </a:xfrm>
        </p:grpSpPr>
        <p:sp>
          <p:nvSpPr>
            <p:cNvPr name="Freeform 38" id="38"/>
            <p:cNvSpPr/>
            <p:nvPr/>
          </p:nvSpPr>
          <p:spPr>
            <a:xfrm flipH="true" flipV="false" rot="0">
              <a:off x="0" y="0"/>
              <a:ext cx="3454400" cy="6020054"/>
            </a:xfrm>
            <a:custGeom>
              <a:avLst/>
              <a:gdLst/>
              <a:ahLst/>
              <a:cxnLst/>
              <a:rect r="r" b="b" t="t" l="l"/>
              <a:pathLst>
                <a:path h="6020054" w="3454400">
                  <a:moveTo>
                    <a:pt x="3454400" y="0"/>
                  </a:moveTo>
                  <a:lnTo>
                    <a:pt x="0" y="0"/>
                  </a:lnTo>
                  <a:lnTo>
                    <a:pt x="0" y="6020054"/>
                  </a:lnTo>
                  <a:lnTo>
                    <a:pt x="3454400" y="6020054"/>
                  </a:lnTo>
                  <a:lnTo>
                    <a:pt x="345440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1846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77352" y="2137390"/>
            <a:ext cx="13358703" cy="783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Python – Core programming language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Pandas &amp; NumPy – Data cleaning and preprocessing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Scikit-learn – Machine learning (model training, regression, evaluation)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Matplotlib/Seaborn – Data visualization and feature importance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Google Colab – Cloud-based environment for running the project</a:t>
            </a:r>
          </a:p>
          <a:p>
            <a:pPr algn="l" marL="660082" indent="-330041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File handling libraries – openpyxl (for Excel) and built-in CSV handling</a:t>
            </a:r>
          </a:p>
          <a:p>
            <a:pPr algn="l" marL="733425" indent="-366712" lvl="1">
              <a:lnSpc>
                <a:spcPts val="5400"/>
              </a:lnSpc>
            </a:pPr>
          </a:p>
          <a:p>
            <a:pPr algn="l" marL="733425" indent="-366712" lvl="1">
              <a:lnSpc>
                <a:spcPts val="540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082024" y="672500"/>
            <a:ext cx="7776587" cy="119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Technology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4">
            <a:off x="10406240" y="7904644"/>
            <a:ext cx="8608446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79267" cy="10299701"/>
            <a:chOff x="0" y="0"/>
            <a:chExt cx="517235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232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2329">
                  <a:moveTo>
                    <a:pt x="0" y="0"/>
                  </a:moveTo>
                  <a:lnTo>
                    <a:pt x="5172329" y="0"/>
                  </a:lnTo>
                  <a:lnTo>
                    <a:pt x="5172329" y="13732890"/>
                  </a:lnTo>
                  <a:lnTo>
                    <a:pt x="241668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700" cy="5715000"/>
            <a:chOff x="0" y="0"/>
            <a:chExt cx="6519600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545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545">
                  <a:moveTo>
                    <a:pt x="0" y="7620000"/>
                  </a:moveTo>
                  <a:lnTo>
                    <a:pt x="6519545" y="0"/>
                  </a:lnTo>
                  <a:lnTo>
                    <a:pt x="6519545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76302" cy="10299701"/>
            <a:chOff x="0" y="0"/>
            <a:chExt cx="5701736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1792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1792">
                  <a:moveTo>
                    <a:pt x="0" y="0"/>
                  </a:moveTo>
                  <a:lnTo>
                    <a:pt x="5701792" y="0"/>
                  </a:lnTo>
                  <a:lnTo>
                    <a:pt x="5701792" y="13732890"/>
                  </a:lnTo>
                  <a:lnTo>
                    <a:pt x="4935474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87000"/>
            <a:chOff x="0" y="0"/>
            <a:chExt cx="2580188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16000"/>
                  </a:lnTo>
                  <a:lnTo>
                    <a:pt x="0" y="1371600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87000"/>
            <a:chOff x="0" y="0"/>
            <a:chExt cx="249965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16000"/>
                  </a:lnTo>
                  <a:lnTo>
                    <a:pt x="2218817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650" cy="4902300"/>
            <a:chOff x="0" y="0"/>
            <a:chExt cx="3634200" cy="653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232" cy="6536436"/>
            </a:xfrm>
            <a:custGeom>
              <a:avLst/>
              <a:gdLst/>
              <a:ahLst/>
              <a:cxnLst/>
              <a:rect r="r" b="b" t="t" l="l"/>
              <a:pathLst>
                <a:path h="6536436" w="3634232">
                  <a:moveTo>
                    <a:pt x="0" y="6536436"/>
                  </a:moveTo>
                  <a:lnTo>
                    <a:pt x="3634232" y="0"/>
                  </a:lnTo>
                  <a:lnTo>
                    <a:pt x="3634232" y="6536436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200" cy="4267350"/>
            <a:chOff x="0" y="0"/>
            <a:chExt cx="897600" cy="5689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636" cy="5689854"/>
            </a:xfrm>
            <a:custGeom>
              <a:avLst/>
              <a:gdLst/>
              <a:ahLst/>
              <a:cxnLst/>
              <a:rect r="r" b="b" t="t" l="l"/>
              <a:pathLst>
                <a:path h="5689854" w="897636">
                  <a:moveTo>
                    <a:pt x="0" y="5689854"/>
                  </a:moveTo>
                  <a:lnTo>
                    <a:pt x="0" y="0"/>
                  </a:lnTo>
                  <a:lnTo>
                    <a:pt x="897636" y="5689854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50"/>
            <a:chOff x="0" y="0"/>
            <a:chExt cx="5486400" cy="73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00"/>
            </a:xfrm>
            <a:custGeom>
              <a:avLst/>
              <a:gdLst/>
              <a:ahLst/>
              <a:cxnLst/>
              <a:rect r="r" b="b" t="t" l="l"/>
              <a:pathLst>
                <a:path h="730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00"/>
                  </a:lnTo>
                  <a:lnTo>
                    <a:pt x="0" y="730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9/25/2025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50"/>
            <a:chOff x="0" y="0"/>
            <a:chExt cx="8229600" cy="730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00"/>
            </a:xfrm>
            <a:custGeom>
              <a:avLst/>
              <a:gdLst/>
              <a:ahLst/>
              <a:cxnLst/>
              <a:rect r="r" b="b" t="t" l="l"/>
              <a:pathLst>
                <a:path h="7302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00"/>
                  </a:lnTo>
                  <a:lnTo>
                    <a:pt x="0" y="730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50"/>
            <a:chOff x="0" y="0"/>
            <a:chExt cx="5486400" cy="730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00"/>
            </a:xfrm>
            <a:custGeom>
              <a:avLst/>
              <a:gdLst/>
              <a:ahLst/>
              <a:cxnLst/>
              <a:rect r="r" b="b" t="t" l="l"/>
              <a:pathLst>
                <a:path h="730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00"/>
                  </a:lnTo>
                  <a:lnTo>
                    <a:pt x="0" y="730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700" cy="479700"/>
            <a:chOff x="0" y="0"/>
            <a:chExt cx="639600" cy="63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572" cy="639572"/>
            </a:xfrm>
            <a:custGeom>
              <a:avLst/>
              <a:gdLst/>
              <a:ahLst/>
              <a:cxnLst/>
              <a:rect r="r" b="b" t="t" l="l"/>
              <a:pathLst>
                <a:path h="639572" w="639572">
                  <a:moveTo>
                    <a:pt x="0" y="0"/>
                  </a:moveTo>
                  <a:lnTo>
                    <a:pt x="639572" y="0"/>
                  </a:lnTo>
                  <a:lnTo>
                    <a:pt x="639572" y="639572"/>
                  </a:lnTo>
                  <a:lnTo>
                    <a:pt x="0" y="639572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70000" cy="270000"/>
            <a:chOff x="0" y="0"/>
            <a:chExt cx="360000" cy="360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0045" cy="360045"/>
            </a:xfrm>
            <a:custGeom>
              <a:avLst/>
              <a:gdLst/>
              <a:ahLst/>
              <a:cxnLst/>
              <a:rect r="r" b="b" t="t" l="l"/>
              <a:pathLst>
                <a:path h="360045" w="360045">
                  <a:moveTo>
                    <a:pt x="0" y="0"/>
                  </a:moveTo>
                  <a:lnTo>
                    <a:pt x="360045" y="0"/>
                  </a:lnTo>
                  <a:lnTo>
                    <a:pt x="360045" y="360045"/>
                  </a:lnTo>
                  <a:lnTo>
                    <a:pt x="0" y="360045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42" y="582550"/>
            <a:ext cx="7409100" cy="117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PYTHON CODE </a:t>
            </a:r>
          </a:p>
        </p:txBody>
      </p: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223612" y="1650187"/>
            <a:ext cx="7675276" cy="3443288"/>
            <a:chOff x="0" y="0"/>
            <a:chExt cx="10233702" cy="4591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33660" cy="4591050"/>
            </a:xfrm>
            <a:custGeom>
              <a:avLst/>
              <a:gdLst/>
              <a:ahLst/>
              <a:cxnLst/>
              <a:rect r="r" b="b" t="t" l="l"/>
              <a:pathLst>
                <a:path h="4591050" w="10233660">
                  <a:moveTo>
                    <a:pt x="0" y="0"/>
                  </a:moveTo>
                  <a:lnTo>
                    <a:pt x="10233660" y="0"/>
                  </a:lnTo>
                  <a:lnTo>
                    <a:pt x="10233660" y="4591050"/>
                  </a:lnTo>
                  <a:lnTo>
                    <a:pt x="0" y="459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754" t="0" r="-9754" b="0"/>
              </a:stretch>
            </a:blip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7898888" y="1802400"/>
            <a:ext cx="8429625" cy="4961288"/>
            <a:chOff x="0" y="0"/>
            <a:chExt cx="11239500" cy="6615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39500" cy="6615049"/>
            </a:xfrm>
            <a:custGeom>
              <a:avLst/>
              <a:gdLst/>
              <a:ahLst/>
              <a:cxnLst/>
              <a:rect r="r" b="b" t="t" l="l"/>
              <a:pathLst>
                <a:path h="6615049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6615049"/>
                  </a:lnTo>
                  <a:lnTo>
                    <a:pt x="0" y="661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857" r="0" b="-13857"/>
              </a:stretch>
            </a:blip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337050" y="5093475"/>
            <a:ext cx="7561839" cy="4336948"/>
            <a:chOff x="0" y="0"/>
            <a:chExt cx="10082452" cy="578259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82403" cy="5782564"/>
            </a:xfrm>
            <a:custGeom>
              <a:avLst/>
              <a:gdLst/>
              <a:ahLst/>
              <a:cxnLst/>
              <a:rect r="r" b="b" t="t" l="l"/>
              <a:pathLst>
                <a:path h="5782564" w="10082403">
                  <a:moveTo>
                    <a:pt x="0" y="0"/>
                  </a:moveTo>
                  <a:lnTo>
                    <a:pt x="10082403" y="0"/>
                  </a:lnTo>
                  <a:lnTo>
                    <a:pt x="10082403" y="5782564"/>
                  </a:lnTo>
                  <a:lnTo>
                    <a:pt x="0" y="5782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526" t="0" r="-5527" b="0"/>
              </a:stretch>
            </a:blipFill>
          </p:spPr>
        </p:sp>
      </p:grpSp>
      <p:grpSp>
        <p:nvGrpSpPr>
          <p:cNvPr name="Group 44" id="44"/>
          <p:cNvGrpSpPr>
            <a:grpSpLocks noChangeAspect="true"/>
          </p:cNvGrpSpPr>
          <p:nvPr/>
        </p:nvGrpSpPr>
        <p:grpSpPr>
          <a:xfrm rot="0">
            <a:off x="8389762" y="6763688"/>
            <a:ext cx="7938750" cy="2666738"/>
            <a:chOff x="0" y="0"/>
            <a:chExt cx="10585000" cy="35556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584942" cy="3555619"/>
            </a:xfrm>
            <a:custGeom>
              <a:avLst/>
              <a:gdLst/>
              <a:ahLst/>
              <a:cxnLst/>
              <a:rect r="r" b="b" t="t" l="l"/>
              <a:pathLst>
                <a:path h="3555619" w="10584942">
                  <a:moveTo>
                    <a:pt x="0" y="0"/>
                  </a:moveTo>
                  <a:lnTo>
                    <a:pt x="10584942" y="0"/>
                  </a:lnTo>
                  <a:lnTo>
                    <a:pt x="10584942" y="3555619"/>
                  </a:lnTo>
                  <a:lnTo>
                    <a:pt x="0" y="355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749" r="0" b="-175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624" cy="479623"/>
            <a:chOff x="0" y="0"/>
            <a:chExt cx="639498" cy="6394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69965" cy="269966"/>
            <a:chOff x="0" y="0"/>
            <a:chExt cx="359954" cy="359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60" y="582534"/>
            <a:ext cx="4289614" cy="117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RESULTS1 </a:t>
            </a:r>
          </a:p>
        </p:txBody>
      </p: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284423" y="2090061"/>
            <a:ext cx="11614174" cy="6917625"/>
            <a:chOff x="0" y="0"/>
            <a:chExt cx="15485566" cy="9223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485618" cy="9223502"/>
            </a:xfrm>
            <a:custGeom>
              <a:avLst/>
              <a:gdLst/>
              <a:ahLst/>
              <a:cxnLst/>
              <a:rect r="r" b="b" t="t" l="l"/>
              <a:pathLst>
                <a:path h="9223502" w="15485618">
                  <a:moveTo>
                    <a:pt x="0" y="0"/>
                  </a:moveTo>
                  <a:lnTo>
                    <a:pt x="15485618" y="0"/>
                  </a:lnTo>
                  <a:lnTo>
                    <a:pt x="15485618" y="9223502"/>
                  </a:lnTo>
                  <a:lnTo>
                    <a:pt x="0" y="9223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624" cy="479623"/>
            <a:chOff x="0" y="0"/>
            <a:chExt cx="639498" cy="6394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69965" cy="269966"/>
            <a:chOff x="0" y="0"/>
            <a:chExt cx="359954" cy="359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60" y="582534"/>
            <a:ext cx="4289614" cy="117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RESULTS2</a:t>
            </a:r>
          </a:p>
        </p:txBody>
      </p: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378423" y="2296312"/>
            <a:ext cx="12529797" cy="6917625"/>
            <a:chOff x="0" y="0"/>
            <a:chExt cx="16706396" cy="9223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706342" cy="9223502"/>
            </a:xfrm>
            <a:custGeom>
              <a:avLst/>
              <a:gdLst/>
              <a:ahLst/>
              <a:cxnLst/>
              <a:rect r="r" b="b" t="t" l="l"/>
              <a:pathLst>
                <a:path h="9223502" w="16706342">
                  <a:moveTo>
                    <a:pt x="0" y="0"/>
                  </a:moveTo>
                  <a:lnTo>
                    <a:pt x="16706342" y="0"/>
                  </a:lnTo>
                  <a:lnTo>
                    <a:pt x="16706342" y="9223502"/>
                  </a:lnTo>
                  <a:lnTo>
                    <a:pt x="0" y="9223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227" r="0" b="-10227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624" cy="479623"/>
            <a:chOff x="0" y="0"/>
            <a:chExt cx="639498" cy="6394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69965" cy="269966"/>
            <a:chOff x="0" y="0"/>
            <a:chExt cx="359954" cy="359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60" y="582534"/>
            <a:ext cx="4289614" cy="117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RESULTS3 </a:t>
            </a:r>
          </a:p>
        </p:txBody>
      </p: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256287" y="2114512"/>
            <a:ext cx="12529764" cy="5693868"/>
            <a:chOff x="0" y="0"/>
            <a:chExt cx="16706352" cy="7591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706342" cy="7591806"/>
            </a:xfrm>
            <a:custGeom>
              <a:avLst/>
              <a:gdLst/>
              <a:ahLst/>
              <a:cxnLst/>
              <a:rect r="r" b="b" t="t" l="l"/>
              <a:pathLst>
                <a:path h="7591806" w="16706342">
                  <a:moveTo>
                    <a:pt x="0" y="0"/>
                  </a:moveTo>
                  <a:lnTo>
                    <a:pt x="16706342" y="0"/>
                  </a:lnTo>
                  <a:lnTo>
                    <a:pt x="16706342" y="7591806"/>
                  </a:lnTo>
                  <a:lnTo>
                    <a:pt x="0" y="7591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069" r="0" b="-23069"/>
              </a:stretch>
            </a:blip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2003025" y="8065162"/>
            <a:ext cx="11783025" cy="1385888"/>
            <a:chOff x="0" y="0"/>
            <a:chExt cx="15710700" cy="18478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710663" cy="1847850"/>
            </a:xfrm>
            <a:custGeom>
              <a:avLst/>
              <a:gdLst/>
              <a:ahLst/>
              <a:cxnLst/>
              <a:rect r="r" b="b" t="t" l="l"/>
              <a:pathLst>
                <a:path h="1847850" w="15710663">
                  <a:moveTo>
                    <a:pt x="0" y="0"/>
                  </a:moveTo>
                  <a:lnTo>
                    <a:pt x="15710663" y="0"/>
                  </a:lnTo>
                  <a:lnTo>
                    <a:pt x="15710663" y="1847850"/>
                  </a:lnTo>
                  <a:lnTo>
                    <a:pt x="0" y="1847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322" t="0" r="-6323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624" cy="479623"/>
            <a:chOff x="0" y="0"/>
            <a:chExt cx="639498" cy="6394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69965" cy="269966"/>
            <a:chOff x="0" y="0"/>
            <a:chExt cx="359954" cy="359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60" y="582534"/>
            <a:ext cx="8990202" cy="124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GitHub repository 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7693" y="1865720"/>
            <a:ext cx="8793392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sng">
                <a:solidFill>
                  <a:srgbClr val="3FCDE7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https://github.com/deveshreddyp/VOIS_AICTE_Oct2025_MajorProject_Pusalapati-Devesh-Reddy-main.git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624" cy="479623"/>
            <a:chOff x="0" y="0"/>
            <a:chExt cx="639498" cy="6394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69965" cy="269966"/>
            <a:chOff x="0" y="0"/>
            <a:chExt cx="359954" cy="359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3053000" y="2216375"/>
            <a:ext cx="9897825" cy="7002965"/>
          </a:xfrm>
          <a:custGeom>
            <a:avLst/>
            <a:gdLst/>
            <a:ahLst/>
            <a:cxnLst/>
            <a:rect r="r" b="b" t="t" l="l"/>
            <a:pathLst>
              <a:path h="7002965" w="9897825">
                <a:moveTo>
                  <a:pt x="0" y="0"/>
                </a:moveTo>
                <a:lnTo>
                  <a:pt x="9897825" y="0"/>
                </a:lnTo>
                <a:lnTo>
                  <a:pt x="9897825" y="7002964"/>
                </a:lnTo>
                <a:lnTo>
                  <a:pt x="0" y="7002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05360" y="592059"/>
            <a:ext cx="16155249" cy="12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Getting started with Basics of Python Certificate 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6" y="80459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6" y="2549833"/>
            <a:ext cx="479624" cy="479623"/>
            <a:chOff x="0" y="0"/>
            <a:chExt cx="639498" cy="6394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6" y="8846607"/>
            <a:ext cx="269965" cy="269966"/>
            <a:chOff x="0" y="0"/>
            <a:chExt cx="359954" cy="359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60" y="592059"/>
            <a:ext cx="16155249" cy="12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Data Visualization Certificate  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2662475" y="1843642"/>
            <a:ext cx="9897825" cy="7002965"/>
          </a:xfrm>
          <a:custGeom>
            <a:avLst/>
            <a:gdLst/>
            <a:ahLst/>
            <a:cxnLst/>
            <a:rect r="r" b="b" t="t" l="l"/>
            <a:pathLst>
              <a:path h="7002965" w="9897825">
                <a:moveTo>
                  <a:pt x="0" y="0"/>
                </a:moveTo>
                <a:lnTo>
                  <a:pt x="9897825" y="0"/>
                </a:lnTo>
                <a:lnTo>
                  <a:pt x="9897825" y="7002965"/>
                </a:lnTo>
                <a:lnTo>
                  <a:pt x="0" y="7002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4">
            <a:off x="9738483" y="5143500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73">
            <a:off x="10406482" y="7904560"/>
            <a:ext cx="8608175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4" y="-12700"/>
            <a:ext cx="4511024" cy="10299701"/>
            <a:chOff x="0" y="0"/>
            <a:chExt cx="6014698" cy="13732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54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3" y="-12700"/>
            <a:ext cx="3882837" cy="10299701"/>
            <a:chOff x="0" y="0"/>
            <a:chExt cx="5177116" cy="13732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499" y="4572000"/>
            <a:ext cx="4889501" cy="5715000"/>
            <a:chOff x="0" y="0"/>
            <a:chExt cx="6519334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700"/>
            <a:ext cx="4281489" cy="10299701"/>
            <a:chOff x="0" y="0"/>
            <a:chExt cx="5708652" cy="1373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5" y="-12700"/>
            <a:ext cx="1935141" cy="10299701"/>
            <a:chOff x="0" y="0"/>
            <a:chExt cx="2580188" cy="13732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9" y="-12700"/>
            <a:ext cx="1874737" cy="10299701"/>
            <a:chOff x="0" y="0"/>
            <a:chExt cx="2499650" cy="13732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9" y="5384800"/>
            <a:ext cx="2725738" cy="4902200"/>
            <a:chOff x="0" y="0"/>
            <a:chExt cx="3634318" cy="65362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6B0E3">
                <a:alpha val="4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0" cy="4267200"/>
            <a:chOff x="0" y="0"/>
            <a:chExt cx="897466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4" y="9568359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10/1/2025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89" y="9568359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7" y="9568359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004" y="5201332"/>
            <a:ext cx="687402" cy="592588"/>
            <a:chOff x="0" y="0"/>
            <a:chExt cx="916536" cy="7901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6559" cy="790067"/>
            </a:xfrm>
            <a:custGeom>
              <a:avLst/>
              <a:gdLst/>
              <a:ahLst/>
              <a:cxnLst/>
              <a:rect r="r" b="b" t="t" l="l"/>
              <a:pathLst>
                <a:path h="790067" w="916559">
                  <a:moveTo>
                    <a:pt x="0" y="395097"/>
                  </a:moveTo>
                  <a:lnTo>
                    <a:pt x="197485" y="0"/>
                  </a:lnTo>
                  <a:lnTo>
                    <a:pt x="718947" y="0"/>
                  </a:lnTo>
                  <a:lnTo>
                    <a:pt x="916559" y="395097"/>
                  </a:lnTo>
                  <a:lnTo>
                    <a:pt x="718947" y="790067"/>
                  </a:lnTo>
                  <a:lnTo>
                    <a:pt x="197485" y="790067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670005" y="3592083"/>
            <a:ext cx="537586" cy="463437"/>
            <a:chOff x="0" y="0"/>
            <a:chExt cx="716782" cy="6179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788" cy="617855"/>
            </a:xfrm>
            <a:custGeom>
              <a:avLst/>
              <a:gdLst/>
              <a:ahLst/>
              <a:cxnLst/>
              <a:rect r="r" b="b" t="t" l="l"/>
              <a:pathLst>
                <a:path h="617855" w="716788">
                  <a:moveTo>
                    <a:pt x="0" y="308991"/>
                  </a:moveTo>
                  <a:lnTo>
                    <a:pt x="154432" y="0"/>
                  </a:lnTo>
                  <a:lnTo>
                    <a:pt x="562356" y="0"/>
                  </a:lnTo>
                  <a:lnTo>
                    <a:pt x="716788" y="308991"/>
                  </a:lnTo>
                  <a:lnTo>
                    <a:pt x="562356" y="617855"/>
                  </a:lnTo>
                  <a:lnTo>
                    <a:pt x="154432" y="61785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323974" y="3303303"/>
            <a:ext cx="346032" cy="298304"/>
            <a:chOff x="0" y="0"/>
            <a:chExt cx="461376" cy="3977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1391" cy="397764"/>
            </a:xfrm>
            <a:custGeom>
              <a:avLst/>
              <a:gdLst/>
              <a:ahLst/>
              <a:cxnLst/>
              <a:rect r="r" b="b" t="t" l="l"/>
              <a:pathLst>
                <a:path h="397764" w="461391">
                  <a:moveTo>
                    <a:pt x="0" y="198882"/>
                  </a:moveTo>
                  <a:lnTo>
                    <a:pt x="99441" y="0"/>
                  </a:lnTo>
                  <a:lnTo>
                    <a:pt x="361950" y="0"/>
                  </a:lnTo>
                  <a:lnTo>
                    <a:pt x="461391" y="198882"/>
                  </a:lnTo>
                  <a:lnTo>
                    <a:pt x="361950" y="397764"/>
                  </a:lnTo>
                  <a:lnTo>
                    <a:pt x="99441" y="397764"/>
                  </a:ln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8000" y="971550"/>
            <a:ext cx="17010000" cy="1050171"/>
            <a:chOff x="0" y="0"/>
            <a:chExt cx="22680000" cy="14002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680000" cy="1400228"/>
            </a:xfrm>
            <a:custGeom>
              <a:avLst/>
              <a:gdLst/>
              <a:ahLst/>
              <a:cxnLst/>
              <a:rect r="r" b="b" t="t" l="l"/>
              <a:pathLst>
                <a:path h="1400228" w="22680000">
                  <a:moveTo>
                    <a:pt x="0" y="0"/>
                  </a:moveTo>
                  <a:lnTo>
                    <a:pt x="22680000" y="0"/>
                  </a:lnTo>
                  <a:lnTo>
                    <a:pt x="22680000" y="1400228"/>
                  </a:lnTo>
                  <a:lnTo>
                    <a:pt x="0" y="1400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2680000" cy="1409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76"/>
                </a:lnSpc>
              </a:pPr>
              <a:r>
                <a:rPr lang="en-US" b="true" sz="6480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683222" y="6999063"/>
            <a:ext cx="3026693" cy="158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78470" y="6999063"/>
            <a:ext cx="3026693" cy="158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DAG2GmS_nvU</dc:identifier>
  <dcterms:modified xsi:type="dcterms:W3CDTF">2011-08-01T06:04:30Z</dcterms:modified>
  <cp:revision>1</cp:revision>
  <dc:title>Pusalapati_Devesh_Reddy_Netflix Data Analysis Project PPT.pptx</dc:title>
</cp:coreProperties>
</file>